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F7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LAMEN MICROFINANCE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Islamic Finance • Accounting • HR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920240"/>
            <a:ext cx="6675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F2937"/>
                </a:solidFill>
                <a:latin typeface="Calibri"/>
              </a:rPr>
              <a:t>Loan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83464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0F7636"/>
                </a:solidFill>
                <a:latin typeface="Calibri"/>
              </a:rPr>
              <a:t>Product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3474720"/>
            <a:ext cx="66751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56572"/>
                </a:solidFill>
                <a:latin typeface="Calibri"/>
              </a:rPr>
              <a:t>An end-to-end platform for Shariah-compliant microfinance: customer onboarding, Murabaha financing, disbursements and collections, full double-entry accounting, DAB regulatory reporting, and a complete HR module — plus a field officer mobile 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594360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2"/>
                </a:solidFill>
                <a:latin typeface="Calibri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64592" cy="2194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7636"/>
                </a:solidFill>
                <a:latin typeface="Calibri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2937"/>
                </a:solidFill>
                <a:latin typeface="Calibri"/>
              </a:rPr>
              <a:t>Customers, Loans &amp; Daily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56572"/>
                </a:solidFill>
                <a:latin typeface="Calibri"/>
              </a:rPr>
              <a:t>From customer onboarding through Murabaha origination, disbursement and daily collections.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Operational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Daily cash position with KPIs for portfolio, collections, disbursements and PAR.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Live tiles for applications received, approved, rejected and amounts disbursed today, plus installments due and missed.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Customers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Master register of all customers with branch, sector, contact and KYC details.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Search, filter and drill into a customer to view their financing history and outstanding balances.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New Loan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loan_ap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Multi-step Murabaha application capturing customer, financing details, business profile, collateral, guarantors and documents.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Auto-generates the customer number and routes the file into the credit committee workflow.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Loans / Financing Portfolio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lo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Unified view of every Murabaha contract across all branches with status, principal, margin and outstanding balance.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Quick actions to open contracts, record events and export the active portfolio.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Financing Products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financing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Configure the Murabaha product catalog — tenor, margin rate, repayment frequency and eligibility rules.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Used as the source of truth when officers create new applications.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Disbursements Queue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disburs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Shows approved contracts waiting to be disbursed, with the amount, customer and target disbursement date.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Officers post the disbursement, which automatically books the matching journal entries and updates the portfolio.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Collections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_coll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Daily collection workspace for officers — filter by branch and date to find installments due.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Record cash, bank and HQ collections in one click; amounts flow into the cash position and ledgers immediately.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64592" cy="2194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7636"/>
                </a:solidFill>
                <a:latin typeface="Calibri"/>
              </a:rPr>
              <a:t>ACCOUNTING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2937"/>
                </a:solidFill>
                <a:latin typeface="Calibri"/>
              </a:rPr>
              <a:t>Full Double-Entry Accounting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56572"/>
                </a:solidFill>
                <a:latin typeface="Calibri"/>
              </a:rPr>
              <a:t>Chart of accounts, journals and the complete financial statement set.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ACCOUNTING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Accounting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accounting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At-a-glance view of total assets, liabilities, equity, revenue and expenses across the institution.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Drills into the underlying ledgers, journals and statements from a single entry 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ACCOUNTING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Chart of Accounts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_chart_of_ac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Hierarchical chart of accounts aligned to DAB and IFRS categories — assets, liabilities, equity, revenue, expense.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Add and reorganize accounts, control posting rules and view running balances per account.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ACCOUNTING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Journal Entries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_journal_e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Capture and review every double-entry journal posted by the system or by accountants manually.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Search by date, account, reference or branch and export to Excel for reconciliation.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ACCOUNTING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Income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3_income_stat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Profit &amp; loss for any period, with revenue, cost of financing and operating expenses broken down by category.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Compare across periods and branches to evaluate profitability.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ACCOUNTING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Balance Sheet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4_balance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Statement of financial position at a chosen reporting date.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Groups assets, liabilities and equity per IFRS and feeds directly into the DAB regulatory pack.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64592" cy="2194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7636"/>
                </a:solidFill>
                <a:latin typeface="Calibri"/>
              </a:rPr>
              <a:t>REGULATORY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2937"/>
                </a:solidFill>
                <a:latin typeface="Calibri"/>
              </a:rPr>
              <a:t>Regulatory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56572"/>
                </a:solidFill>
                <a:latin typeface="Calibri"/>
              </a:rPr>
              <a:t>DAB-aligned regulatory reports generated from live ledger and portfolio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REGULATORY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DAB Regulatory Reports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5_dab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One-click pack of the reports required by Da Afghanistan Bank for microfinance institutions.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Generates standardized exports for portfolio quality, classification, large transactions and prudential limits.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64592" cy="2194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7636"/>
                </a:solidFill>
                <a:latin typeface="Calibri"/>
              </a:rPr>
              <a:t>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2937"/>
                </a:solidFill>
                <a:latin typeface="Calibri"/>
              </a:rPr>
              <a:t>Human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56572"/>
                </a:solidFill>
                <a:latin typeface="Calibri"/>
              </a:rPr>
              <a:t>Employees, attendance, leave, payroll, recruitment and performance in one place.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HR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6_h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Workforce overview — headcount, gender mix, employment type and branch distribution.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Summarizes payroll, leave and performance so HR can spot issues before they escalate.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Employees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7_hr_employ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Employee register with personal, contractual and compensation information.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Add new staff, edit profiles, attach documents and link employees to branches and positions.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Attendance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8_hr_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Daily attendance grid showing clock-in / clock-out, late arrivals and absences by branch.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Feeds straight into payroll calculations and leave balances.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Payroll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0_hr_payro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Run monthly payroll across branches with earnings, deductions and benefits.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Posts the payroll journal automatically and produces payslips ready to share.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Recruitment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1_hr_recrui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Pipeline of open positions, candidates and interview stages.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Hire approved candidates straight into the employee module without rekeying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2_hr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Review cycles, goals and ratings per employee and department.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Surfaces ratings on the HR dashboard so management has a live view of workforce performance.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64592" cy="2194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7636"/>
                </a:solidFill>
                <a:latin typeface="Calibr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2937"/>
                </a:solidFill>
                <a:latin typeface="Calibri"/>
              </a:rPr>
              <a:t>Administration &amp;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56572"/>
                </a:solidFill>
                <a:latin typeface="Calibri"/>
              </a:rPr>
              <a:t>Branches, users, role-based permissions and activity logs that keep the institution running safely.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Admin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3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Executive view combining HR staffing, sector exposure and branch productivity.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Includes disbursement target progress so management can track plan vs. actuals.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4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Manage system users — create accounts, assign branches and reset passwords.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Activate or deactivate users without losing the audit trail of their actions.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Branches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6_bran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Maintain the institution's branch network — names, regions, codes and operational status.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Branch is a first-class dimension across loans, accounting, HR and reports.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Activity Log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675" y="1373505"/>
            <a:ext cx="7882890" cy="4933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7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030"/>
            <a:ext cx="7863840" cy="49149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95360" y="1371600"/>
            <a:ext cx="320040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64592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103120"/>
            <a:ext cx="2788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Full audit log of user actions across the platform with timestamps and source IP.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Filter by user, action or entity to investigate issues or satisfy compliance reviews.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Loan Management System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64592" cy="21945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7636"/>
                </a:solidFill>
                <a:latin typeface="Calibri"/>
              </a:rPr>
              <a:t>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F2937"/>
                </a:solidFill>
                <a:latin typeface="Calibri"/>
              </a:rPr>
              <a:t>Field Officer Mobile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56572"/>
                </a:solidFill>
                <a:latin typeface="Calibri"/>
              </a:rPr>
              <a:t>Active financing, new applications and collections from any phone.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Mobile — Active Financing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5262" y="1270635"/>
            <a:ext cx="2427475" cy="523113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8_mobile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787" y="1280160"/>
            <a:ext cx="2408425" cy="5212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4592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8006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Field officers see all active Murabaha contracts assigned to them with a quick repayment progress bar.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Tabs for Active, Pending, Approved, Completed and All make it easy to triage from the field.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Tap any customer to view their full contract details.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Field Officer Mobile App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7636"/>
                </a:solidFill>
                <a:latin typeface="Calibri"/>
              </a:rPr>
              <a:t>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Calibri"/>
              </a:rPr>
              <a:t>Mobile — Collections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15262" y="1270635"/>
            <a:ext cx="2427475" cy="523113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0_mobile_coll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787" y="1280160"/>
            <a:ext cx="2408425" cy="5212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73152" cy="5029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4592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F7636"/>
                </a:solidFill>
                <a:latin typeface="Calibri"/>
              </a:rPr>
              <a:t>WHAT THIS SCREEN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8006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Lists today's installments due so officers can confirm and record collections on the spot.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Recorded payments sync back into the collections, journal and dashboards in real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6572"/>
                </a:solidFill>
                <a:latin typeface="Calibri"/>
              </a:rPr>
              <a:t>Lamen Microfinance • Field Officer Mobile App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ONE PLATFORM, FROM ONBOARDING TO REGULATORY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Why Lamen Microfinance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68880"/>
            <a:ext cx="361188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73152" cy="1920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Shariah-compliant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2"/>
                </a:solidFill>
                <a:latin typeface="Calibri"/>
              </a:rPr>
              <a:t>End-to-end Murabaha origination: application, FAD review, risk &amp; compliance, committee voting, disbursement, repayment scheduling and PAR tracking.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2468880"/>
            <a:ext cx="361188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5112" y="2468880"/>
            <a:ext cx="73152" cy="1920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6517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Built-in Accounting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3154680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2"/>
                </a:solidFill>
                <a:latin typeface="Calibri"/>
              </a:rPr>
              <a:t>Full chart of accounts, journal entries, trial balance, income statement, balance sheet and cash flow — with branch-level dimensions.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4" y="2468880"/>
            <a:ext cx="361188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4" y="2468880"/>
            <a:ext cx="73152" cy="1920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26517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Regulatory &amp;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3154680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2"/>
                </a:solidFill>
                <a:latin typeface="Calibri"/>
              </a:rPr>
              <a:t>DAB reports, loan classification, citizen balance statements, LCTR and a library of operational and shareholder reports out of the box.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17720"/>
            <a:ext cx="361188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617720"/>
            <a:ext cx="73152" cy="1920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006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HR &amp; Workforce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03520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2"/>
                </a:solidFill>
                <a:latin typeface="Calibri"/>
              </a:rPr>
              <a:t>Employees, departments, attendance, leave, payroll, recruitment, performance reviews and training in the same workspace.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5112" y="4617720"/>
            <a:ext cx="361188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25112" y="4617720"/>
            <a:ext cx="73152" cy="1920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48006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Field Officer Mobile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5303520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2"/>
                </a:solidFill>
                <a:latin typeface="Calibri"/>
              </a:rPr>
              <a:t>Officers can review active financing, file new applications, and record collections from any phone — with the same auth and data model.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01584" y="4617720"/>
            <a:ext cx="361188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01584" y="4617720"/>
            <a:ext cx="73152" cy="1920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48006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Calibri"/>
              </a:rPr>
              <a:t>Branches, Roles &amp; Permissions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4" y="5303520"/>
            <a:ext cx="3200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2"/>
                </a:solidFill>
                <a:latin typeface="Calibri"/>
              </a:rPr>
              <a:t>Multi-branch operation with granular page permissions, user management and an audit-friendly activity log.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Lamen Microfinance Loan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